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699" autoAdjust="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C8235-9FEC-40A3-BB40-4C7635ADB2F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B241D-E242-4013-8337-BDCA297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B241D-E242-4013-8337-BDCA297E40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2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F257-4E43-E2FC-5A45-2F73EF488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A950B-3595-17BC-FFF7-025A796A5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95D52-1518-3D4D-E57B-89190529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79CD-839F-103C-C660-64E3D267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1C6FC-8EA4-2B6B-8C69-A5B9A62F3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2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2613-5EB2-4384-1F23-8C803E2E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6611F-E1FE-ECEB-4F36-6142B0AA6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42532-9155-7435-6409-032D2515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635B-2871-7A21-AFE7-9BAF5ACD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4E2B-8423-B7BD-C5AC-273C958A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6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5CD1-1EB5-991A-DFC1-3D7A8C88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D69A6-90DB-3E59-29CE-0EED02E85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3858-19BA-8266-0290-A50D2C7B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AE81F-C41F-BBDD-8659-976915FA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FCBB2-EEF2-408A-9CDD-5BC66228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9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D170-B758-57A5-3E6C-C697F5EB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B65B6-B684-31E9-6500-AA43575A8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9AF20-9C2C-EF93-0D11-45B43840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7C2FB-344D-4F0F-3B15-0F6BEBE51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75D49-7C7A-96F3-B25B-AC5E4BBC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DDBD2-5785-CDD6-1D8A-8758098E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8A3F-BE04-18EF-321C-2B2B1683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31FA1-B2DF-16DB-8D86-CA437097D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3ED5F-4515-144F-A453-C567594C4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96E7E-4D5A-D72D-1B39-CE8D1D87E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8BD26-886D-9950-34F6-849EC0FF8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998D5-FB92-ED10-B95B-CEC0C7B6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3A90E-98E7-8827-3065-D0518BB6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13310E-B1AF-492D-B1E6-3139FFA4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699B-B069-F25F-E7BA-738B041C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4FA70-D3A4-40B5-4E2F-A30EFF36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32EB5-C046-BB37-267C-1E01E331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CA63D-C6B3-0403-DCE4-4AFDC54D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5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E3DAE-F34B-67F5-5D08-D073E7AD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605C4-2AF6-D7F2-EC6E-FA6D7DA2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C76F-BC2F-9BD6-8802-0C4E9E40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3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E05D-A07B-0D37-DDF7-707947D2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53390-8BA2-A197-52E1-5DC2A3D2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EAEDE-F252-8C6E-1C18-81BC97994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5DB1C-7EE6-1EDD-A93D-6ACD75D4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1E941-30B8-FB71-0554-3D7F8EEC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6175E-5E33-8A98-4C0D-A7796952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9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8F07-11A3-7D1A-42E7-17E0F129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DE000-5ADE-7B08-8257-8D593A0B2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9721-D3E2-2838-CF43-FBAA4F504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BC636-7064-007A-78E9-8478B73E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94C15-69E6-E7AD-2D2C-53D9E7CE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327B8-A5FA-EBD0-2468-8D9E8B8D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4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76E9-409E-2882-21BC-12E9219C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B5F51-957C-1099-6C81-9BF674C39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E042-1545-B4A9-0CC3-E46983CA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46525-FFCB-5DFC-D781-F1B4A91E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B103-5888-66A2-A2D4-0FE7BEEC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5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48E48-7F68-3D09-D8AC-DA98FB8E4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C6CB-C8C4-1EAA-E208-D90FB7425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A5DFA-149A-7C3A-2F42-C2D6A77C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8C28A-35EE-FED5-A117-BD222964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51AD9-A30E-AC63-BBC2-DFE8501D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0C0AF-A46B-71AD-21C2-C0204D09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0AE60-9E94-1FBC-08A7-DCAC0D936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302D2-39FA-C879-B6EB-E5D88B6C1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94CFB-82F6-43A6-A23F-486887A43E9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3194-0F78-5DBB-FAE3-437DEB23D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97A5-8D4B-4BF1-6C4B-7FBDDAF27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CAE4C-343E-4E94-B6BC-13E4184C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1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860D-5E54-7E20-9503-34152F0B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Employee salary prediction using simple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3793F-ECB4-D3CA-B588-156BF9E75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3999" cy="2751465"/>
          </a:xfrm>
        </p:spPr>
        <p:txBody>
          <a:bodyPr/>
          <a:lstStyle/>
          <a:p>
            <a:r>
              <a:rPr lang="en-US" dirty="0"/>
              <a:t>Presented by: Mary Mbugua</a:t>
            </a:r>
          </a:p>
          <a:p>
            <a:r>
              <a:rPr lang="en-US" dirty="0"/>
              <a:t>Course: Data analysis and AI fundamentals</a:t>
            </a:r>
          </a:p>
          <a:p>
            <a:r>
              <a:rPr lang="en-US" dirty="0"/>
              <a:t>Institution: </a:t>
            </a:r>
            <a:r>
              <a:rPr lang="en-US" dirty="0" err="1"/>
              <a:t>MediaCrest</a:t>
            </a:r>
            <a:r>
              <a:rPr lang="en-US" dirty="0"/>
              <a:t> Training College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86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77EE-F1F8-E44C-8798-6AF08287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3FF52-6388-1F57-9E3D-57C569059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 salary prediction is a common application of machine learning.</a:t>
            </a:r>
          </a:p>
          <a:p>
            <a:r>
              <a:rPr lang="en-US" dirty="0"/>
              <a:t> Organizations analyzes salary trends to support fair compensation and workforce planning. </a:t>
            </a:r>
          </a:p>
          <a:p>
            <a:r>
              <a:rPr lang="en-US" dirty="0"/>
              <a:t>This project uses Simple Linear Regression to predict employee salary based on years of work experience.</a:t>
            </a:r>
          </a:p>
        </p:txBody>
      </p:sp>
    </p:spTree>
    <p:extLst>
      <p:ext uri="{BB962C8B-B14F-4D97-AF65-F5344CB8AC3E}">
        <p14:creationId xmlns:p14="http://schemas.microsoft.com/office/powerpoint/2010/main" val="1234485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4C23-C273-B23E-2487-F1ED6858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F8CC-B0FF-72B1-40FE-D82AC3A3E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develop a Simple Linear Regression model for predicting employee salaries.</a:t>
            </a:r>
          </a:p>
          <a:p>
            <a:r>
              <a:rPr lang="en-US" b="1"/>
              <a:t>Specific Objectives</a:t>
            </a:r>
          </a:p>
          <a:p>
            <a:r>
              <a:rPr lang="en-US"/>
              <a:t>Load and explore the dataset. </a:t>
            </a:r>
          </a:p>
          <a:p>
            <a:r>
              <a:rPr lang="en-US"/>
              <a:t>Select predictor and target variables. </a:t>
            </a:r>
          </a:p>
          <a:p>
            <a:r>
              <a:rPr lang="en-US"/>
              <a:t>Train a Simple Linear Regression model. </a:t>
            </a:r>
          </a:p>
          <a:p>
            <a:r>
              <a:rPr lang="en-US"/>
              <a:t>Predict employee salaries. </a:t>
            </a:r>
          </a:p>
          <a:p>
            <a:r>
              <a:rPr lang="en-US"/>
              <a:t>Evaluate model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83509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780-EC15-61FC-20AD-D226B27C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A311-1662-B3C4-34F8-4A4423CB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contains two variables:</a:t>
            </a:r>
          </a:p>
          <a:p>
            <a:pPr marL="0" indent="0">
              <a:buNone/>
            </a:pPr>
            <a:r>
              <a:rPr lang="en-US" dirty="0"/>
              <a:t>Independent variable (X) – Years of experience</a:t>
            </a:r>
          </a:p>
          <a:p>
            <a:pPr marL="0" indent="0">
              <a:buNone/>
            </a:pPr>
            <a:r>
              <a:rPr lang="en-US" dirty="0"/>
              <a:t>Dependent variable (Y) - Salary</a:t>
            </a:r>
          </a:p>
        </p:txBody>
      </p:sp>
    </p:spTree>
    <p:extLst>
      <p:ext uri="{BB962C8B-B14F-4D97-AF65-F5344CB8AC3E}">
        <p14:creationId xmlns:p14="http://schemas.microsoft.com/office/powerpoint/2010/main" val="36110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A838-9546-9C56-53BC-E82C4AEF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9EC9-A0F1-F82F-0809-A4279B03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Imported the dataset using Pandas. </a:t>
            </a:r>
          </a:p>
          <a:p>
            <a:r>
              <a:rPr lang="en-US" dirty="0"/>
              <a:t>Explored the data and checked for missing values. </a:t>
            </a:r>
          </a:p>
          <a:p>
            <a:r>
              <a:rPr lang="en-US" dirty="0"/>
              <a:t>Selected Years of Experience as the predictor. </a:t>
            </a:r>
          </a:p>
          <a:p>
            <a:r>
              <a:rPr lang="en-US" dirty="0"/>
              <a:t>Split data into training and testing sets. </a:t>
            </a:r>
          </a:p>
          <a:p>
            <a:r>
              <a:rPr lang="en-US" dirty="0"/>
              <a:t>Trained the Simple Linear Regression model. </a:t>
            </a:r>
          </a:p>
          <a:p>
            <a:r>
              <a:rPr lang="en-US" dirty="0"/>
              <a:t>Generated salary predictions. </a:t>
            </a:r>
          </a:p>
          <a:p>
            <a:r>
              <a:rPr lang="en-US" b="1" dirty="0">
                <a:solidFill>
                  <a:srgbClr val="7030A0"/>
                </a:solidFill>
              </a:rPr>
              <a:t>Load Data → Explore Data → Split Data → Train Model → Predict Salary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36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AB19-BADA-1C41-E8B9-8FA8DE1C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699AE-2B80-F075-7742-34D9E397E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linear regression – the model learn the relationship between years of experience and salary.</a:t>
            </a:r>
          </a:p>
          <a:p>
            <a:pPr marL="0" indent="0">
              <a:buNone/>
            </a:pPr>
            <a:r>
              <a:rPr lang="en-US" dirty="0"/>
              <a:t>Regression Equation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Salary=25,321.58+9,423.82×(Years of Experience)</a:t>
            </a:r>
          </a:p>
          <a:p>
            <a:pPr marL="0" indent="0">
              <a:buNone/>
            </a:pPr>
            <a:r>
              <a:rPr lang="en-US" dirty="0"/>
              <a:t>Intercept</a:t>
            </a:r>
            <a:r>
              <a:rPr lang="en-US" b="1" dirty="0"/>
              <a:t>:</a:t>
            </a:r>
            <a:r>
              <a:rPr lang="en-US" dirty="0"/>
              <a:t> Predicted salary at 0 years of experience = 25,321.58.</a:t>
            </a:r>
          </a:p>
          <a:p>
            <a:pPr marL="0" indent="0">
              <a:buNone/>
            </a:pPr>
            <a:r>
              <a:rPr lang="en-US" dirty="0"/>
              <a:t> Slope</a:t>
            </a:r>
            <a:r>
              <a:rPr lang="en-US" b="1" dirty="0"/>
              <a:t>:</a:t>
            </a:r>
            <a:r>
              <a:rPr lang="en-US" dirty="0"/>
              <a:t> Each additional year of experience increases the predicted salary by approximately 9,423.82.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11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17A8-8E2B-33D2-CC7A-D56E6EEB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FDF2-19DB-EF35-A27E-C98C5C780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8AC30-922A-A715-8CD9-F261D694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38" y="1930174"/>
            <a:ext cx="5468123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8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8EB5-FC20-9128-1BDD-3BD2CF8C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E32BB-CB95-32CA-F988-6C26D7DC6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identified a positive relationship between experience and salary from the upward sloping regression line</a:t>
            </a:r>
          </a:p>
          <a:p>
            <a:r>
              <a:rPr lang="en-US" dirty="0"/>
              <a:t> Salary increases as years of experience increase. </a:t>
            </a:r>
          </a:p>
          <a:p>
            <a:r>
              <a:rPr lang="en-US" dirty="0"/>
              <a:t>The model successfully predicted salaries for new employees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79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AAD1-768A-91BD-7E81-5EA4914B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E5AF-D3E1-C11A-4C0F-0AA1E6A39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Linear Regression successfully predicted employee salaries. </a:t>
            </a:r>
          </a:p>
          <a:p>
            <a:r>
              <a:rPr lang="en-US" dirty="0"/>
              <a:t>Years of experience is an important predictor of salary. </a:t>
            </a:r>
          </a:p>
          <a:p>
            <a:r>
              <a:rPr lang="en-US" dirty="0"/>
              <a:t>The model provides useful salary estimates. </a:t>
            </a:r>
          </a:p>
          <a:p>
            <a:r>
              <a:rPr lang="en-US" dirty="0"/>
              <a:t>More variables could improve prediction accuracy. </a:t>
            </a:r>
          </a:p>
        </p:txBody>
      </p:sp>
    </p:spTree>
    <p:extLst>
      <p:ext uri="{BB962C8B-B14F-4D97-AF65-F5344CB8AC3E}">
        <p14:creationId xmlns:p14="http://schemas.microsoft.com/office/powerpoint/2010/main" val="416180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315</Words>
  <Application>Microsoft Office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Employee salary prediction using simple linear regression</vt:lpstr>
      <vt:lpstr>Introduction</vt:lpstr>
      <vt:lpstr>Objectives</vt:lpstr>
      <vt:lpstr>Dataset description</vt:lpstr>
      <vt:lpstr>Methodology</vt:lpstr>
      <vt:lpstr>Regression Model</vt:lpstr>
      <vt:lpstr>Regression line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mbuguah</dc:creator>
  <cp:lastModifiedBy>mary mbuguah</cp:lastModifiedBy>
  <cp:revision>1</cp:revision>
  <dcterms:created xsi:type="dcterms:W3CDTF">2026-07-28T19:48:59Z</dcterms:created>
  <dcterms:modified xsi:type="dcterms:W3CDTF">2026-07-28T20:21:16Z</dcterms:modified>
</cp:coreProperties>
</file>